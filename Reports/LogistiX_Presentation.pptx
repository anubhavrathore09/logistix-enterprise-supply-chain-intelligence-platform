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1.png"/><Relationship Id="rId6" Type="http://schemas.openxmlformats.org/officeDocument/2006/relationships/image" Target="../media/image-11-1.png"/><Relationship Id="rId7" Type="http://schemas.openxmlformats.org/officeDocument/2006/relationships/image" Target="../media/image-11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4183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3108960" cy="3108960"/>
          </a:xfrm>
          <a:prstGeom prst="ellipse">
            <a:avLst/>
          </a:prstGeom>
          <a:solidFill>
            <a:srgbClr val="14183F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14183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FF8A00"/>
          </a:solidFill>
          <a:ln/>
        </p:spPr>
      </p:sp>
      <p:pic>
        <p:nvPicPr>
          <p:cNvPr id="6" name="Image 0" descr="/home/claude/logistix/icons/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9793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PROJECT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LogistiX</a:t>
            </a:r>
            <a:endParaRPr lang="en-US" sz="66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Supply Chain Intelligence Platform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22960" y="4663440"/>
            <a:ext cx="3291840" cy="0"/>
          </a:xfrm>
          <a:prstGeom prst="line">
            <a:avLst/>
          </a:prstGeom>
          <a:noFill/>
          <a:ln w="12700">
            <a:solidFill>
              <a:srgbClr val="3A43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5138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Anubhav Rathore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&amp; Engineering (Artificial Intelligence)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SQL  •  Microsoft Excel  •  Tableau  •  Git  •  GitHub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0085832" y="6172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A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LogistiX?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01600" dist="38100" dir="5400000">
              <a:srgbClr val="0B0E2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LogistiX is an end-to-end Business Intelligence project developed using real-world supply chain data. The project transforms raw business data into actionable insights through data analysis, SQL, interactive dashboards, and executive reporting.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5257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logistix/icons/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540044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5349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Supply Chain Data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2648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2057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logistix/icons/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881" y="220480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0" y="21122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126480" y="28986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logistix/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81" y="3046049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0" y="2953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126480" y="37398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logistix/icons/bar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881" y="3887297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3794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126480" y="45811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4" descr="/home/claude/logistix/icons/moni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81" y="4728545"/>
            <a:ext cx="272125" cy="2721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58000" y="46360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6126480" y="54223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5" descr="/home/claude/logistix/icons/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3881" y="5569793"/>
            <a:ext cx="272125" cy="27212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858000" y="54772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LogistiX  |  Enterprise Supply Chain Intelligence Platform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in Modern Supply Chains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024128"/>
          </a:xfrm>
          <a:prstGeom prst="roundRect">
            <a:avLst>
              <a:gd name="adj" fmla="val 8929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293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logistix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78" y="207203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business data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43400" y="1691640"/>
            <a:ext cx="3566160" cy="1024128"/>
          </a:xfrm>
          <a:prstGeom prst="roundRect">
            <a:avLst>
              <a:gd name="adj" fmla="val 8929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07992" y="19293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logistix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638" y="2072030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691640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2926080"/>
            <a:ext cx="3566160" cy="1024128"/>
          </a:xfrm>
          <a:prstGeom prst="roundRect">
            <a:avLst>
              <a:gd name="adj" fmla="val 8929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3232" y="316382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logistix/icons/pie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" y="3306470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926080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KPI visibility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343400" y="2926080"/>
            <a:ext cx="3566160" cy="1024128"/>
          </a:xfrm>
          <a:prstGeom prst="roundRect">
            <a:avLst>
              <a:gd name="adj" fmla="val 8929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507992" y="316382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logistix/icons/tru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0638" y="3306470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12080" y="2926080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4160520"/>
            <a:ext cx="3566160" cy="1024128"/>
          </a:xfrm>
          <a:prstGeom prst="roundRect">
            <a:avLst>
              <a:gd name="adj" fmla="val 8929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13232" y="43982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logistix/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" y="4540910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4160520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customer insights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4343400" y="4160520"/>
            <a:ext cx="3566160" cy="1024128"/>
          </a:xfrm>
          <a:prstGeom prst="roundRect">
            <a:avLst>
              <a:gd name="adj" fmla="val 8929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507992" y="43982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/home/claude/logistix/icons/slas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0638" y="4540910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12080" y="4160520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decision making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8412480" y="1691640"/>
            <a:ext cx="3246120" cy="4343400"/>
          </a:xfrm>
          <a:prstGeom prst="roundRect">
            <a:avLst>
              <a:gd name="adj" fmla="val 338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B0E2A">
                <a:alpha val="1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8732520" y="2011680"/>
            <a:ext cx="594360" cy="594360"/>
          </a:xfrm>
          <a:prstGeom prst="ellipse">
            <a:avLst/>
          </a:prstGeom>
          <a:solidFill>
            <a:srgbClr val="FF8A00"/>
          </a:solidFill>
          <a:ln/>
        </p:spPr>
      </p:sp>
      <p:pic>
        <p:nvPicPr>
          <p:cNvPr id="30" name="Image 6" descr="/home/claude/logistix/icons/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7054" y="2166214"/>
            <a:ext cx="285293" cy="28529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412480" y="27249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800" dirty="0"/>
          </a:p>
        </p:txBody>
      </p:sp>
      <p:sp>
        <p:nvSpPr>
          <p:cNvPr id="32" name="Text 23"/>
          <p:cNvSpPr/>
          <p:nvPr/>
        </p:nvSpPr>
        <p:spPr>
          <a:xfrm>
            <a:off x="8686800" y="320040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LogistiX centralises business data into a single analytics platform for better decision-making.</a:t>
            </a:r>
            <a:endParaRPr lang="en-US" sz="1350" dirty="0"/>
          </a:p>
        </p:txBody>
      </p:sp>
      <p:sp>
        <p:nvSpPr>
          <p:cNvPr id="33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LogistiX  |  Enterprise Supply Chain Intelligence Platform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Analytics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B0E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7884" y="1655064"/>
            <a:ext cx="438912" cy="438912"/>
          </a:xfrm>
          <a:prstGeom prst="ellipse">
            <a:avLst/>
          </a:prstGeom>
          <a:solidFill>
            <a:srgbClr val="FF8A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57884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30552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60320" y="23545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52928" y="187452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B0E2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6452" y="1655064"/>
            <a:ext cx="438912" cy="438912"/>
          </a:xfrm>
          <a:prstGeom prst="ellipse">
            <a:avLst/>
          </a:prstGeom>
          <a:solidFill>
            <a:srgbClr val="FF8A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6452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44368" y="2130552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18888" y="23545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11496" y="187452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B0E2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75020" y="1655064"/>
            <a:ext cx="438912" cy="438912"/>
          </a:xfrm>
          <a:prstGeom prst="ellipse">
            <a:avLst/>
          </a:prstGeom>
          <a:solidFill>
            <a:srgbClr val="FF8A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5020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02936" y="2130552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77456" y="23545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70064" y="187452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B0E2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3588" y="1655064"/>
            <a:ext cx="438912" cy="438912"/>
          </a:xfrm>
          <a:prstGeom prst="ellipse">
            <a:avLst/>
          </a:prstGeom>
          <a:solidFill>
            <a:srgbClr val="FF8A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3588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61504" y="2130552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36024" y="235458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28632" y="187452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B0E2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92156" y="1655064"/>
            <a:ext cx="438912" cy="438912"/>
          </a:xfrm>
          <a:prstGeom prst="ellipse">
            <a:avLst/>
          </a:prstGeom>
          <a:solidFill>
            <a:srgbClr val="FF8A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92156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20072" y="2130552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42062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0E2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357884" y="3986784"/>
            <a:ext cx="438912" cy="438912"/>
          </a:xfrm>
          <a:prstGeom prst="ellipse">
            <a:avLst/>
          </a:prstGeom>
          <a:solidFill>
            <a:srgbClr val="FF8A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57884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" y="4462272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560320" y="46863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2852928" y="42062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0E2A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16452" y="3986784"/>
            <a:ext cx="438912" cy="438912"/>
          </a:xfrm>
          <a:prstGeom prst="ellipse">
            <a:avLst/>
          </a:prstGeom>
          <a:solidFill>
            <a:srgbClr val="FF8A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6452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944368" y="4462272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818888" y="46863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</a:rPr>
              <a:t>→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111496" y="42062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0E2A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875020" y="3986784"/>
            <a:ext cx="438912" cy="438912"/>
          </a:xfrm>
          <a:prstGeom prst="ellipse">
            <a:avLst/>
          </a:prstGeom>
          <a:solidFill>
            <a:srgbClr val="FF8A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75020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202936" y="4462272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Development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077456" y="46863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</a:rPr>
              <a:t>→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7370064" y="42062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0E2A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133588" y="3986784"/>
            <a:ext cx="438912" cy="438912"/>
          </a:xfrm>
          <a:prstGeom prst="ellipse">
            <a:avLst/>
          </a:prstGeom>
          <a:solidFill>
            <a:srgbClr val="FF8A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3588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461504" y="4462272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9336024" y="46863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</a:rPr>
              <a:t>→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9628632" y="420624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0E2A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0392156" y="3986784"/>
            <a:ext cx="438912" cy="438912"/>
          </a:xfrm>
          <a:prstGeom prst="ellipse">
            <a:avLst/>
          </a:prstGeom>
          <a:solidFill>
            <a:srgbClr val="FF8A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92156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720072" y="4462272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Reporting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10383012" y="32918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</a:rPr>
              <a:t>↓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LogistiX  |  Enterprise Supply Chain Intelligence Platform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Statistics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4183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180,519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10712" y="1737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4183F"/>
          </a:solidFill>
          <a:ln/>
        </p:spPr>
      </p:sp>
      <p:sp>
        <p:nvSpPr>
          <p:cNvPr id="8" name="Text 6"/>
          <p:cNvSpPr/>
          <p:nvPr/>
        </p:nvSpPr>
        <p:spPr>
          <a:xfrm>
            <a:off x="3410712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10712" y="27889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2784" y="1737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4183F"/>
          </a:solidFill>
          <a:ln/>
        </p:spPr>
      </p:sp>
      <p:sp>
        <p:nvSpPr>
          <p:cNvPr id="11" name="Text 9"/>
          <p:cNvSpPr/>
          <p:nvPr/>
        </p:nvSpPr>
        <p:spPr>
          <a:xfrm>
            <a:off x="6272784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65,752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72784" y="27889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34856" y="1737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4183F"/>
          </a:solidFill>
          <a:ln/>
        </p:spPr>
      </p:sp>
      <p:sp>
        <p:nvSpPr>
          <p:cNvPr id="14" name="Text 12"/>
          <p:cNvSpPr/>
          <p:nvPr/>
        </p:nvSpPr>
        <p:spPr>
          <a:xfrm>
            <a:off x="9134856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20,652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134856" y="27889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INCLUDES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3566160" cy="685800"/>
          </a:xfrm>
          <a:prstGeom prst="roundRect">
            <a:avLst>
              <a:gd name="adj" fmla="val 49333"/>
            </a:avLst>
          </a:prstGeom>
          <a:solidFill>
            <a:srgbClr val="14183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FF8A00"/>
          </a:solidFill>
          <a:ln/>
        </p:spPr>
      </p:sp>
      <p:pic>
        <p:nvPicPr>
          <p:cNvPr id="19" name="Image 0" descr="/home/claude/logistix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4657039"/>
            <a:ext cx="241402" cy="24140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61872" y="4434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343400" y="4434840"/>
            <a:ext cx="3566160" cy="685800"/>
          </a:xfrm>
          <a:prstGeom prst="roundRect">
            <a:avLst>
              <a:gd name="adj" fmla="val 49333"/>
            </a:avLst>
          </a:prstGeom>
          <a:solidFill>
            <a:srgbClr val="14183F"/>
          </a:solidFill>
          <a:ln/>
        </p:spPr>
      </p:sp>
      <p:sp>
        <p:nvSpPr>
          <p:cNvPr id="22" name="Shape 19"/>
          <p:cNvSpPr/>
          <p:nvPr/>
        </p:nvSpPr>
        <p:spPr>
          <a:xfrm>
            <a:off x="4434840" y="4526280"/>
            <a:ext cx="502920" cy="502920"/>
          </a:xfrm>
          <a:prstGeom prst="ellipse">
            <a:avLst/>
          </a:prstGeom>
          <a:solidFill>
            <a:srgbClr val="FF8A00"/>
          </a:solidFill>
          <a:ln/>
        </p:spPr>
      </p:sp>
      <p:pic>
        <p:nvPicPr>
          <p:cNvPr id="23" name="Image 1" descr="/home/claude/logistix/icons/shoppingb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599" y="4657039"/>
            <a:ext cx="241402" cy="24140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056632" y="4434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8138160" y="4434840"/>
            <a:ext cx="3566160" cy="685800"/>
          </a:xfrm>
          <a:prstGeom prst="roundRect">
            <a:avLst>
              <a:gd name="adj" fmla="val 49333"/>
            </a:avLst>
          </a:prstGeom>
          <a:solidFill>
            <a:srgbClr val="14183F"/>
          </a:solidFill>
          <a:ln/>
        </p:spPr>
      </p:sp>
      <p:sp>
        <p:nvSpPr>
          <p:cNvPr id="26" name="Shape 22"/>
          <p:cNvSpPr/>
          <p:nvPr/>
        </p:nvSpPr>
        <p:spPr>
          <a:xfrm>
            <a:off x="8229600" y="4526280"/>
            <a:ext cx="502920" cy="502920"/>
          </a:xfrm>
          <a:prstGeom prst="ellipse">
            <a:avLst/>
          </a:prstGeom>
          <a:solidFill>
            <a:srgbClr val="FF8A00"/>
          </a:solidFill>
          <a:ln/>
        </p:spPr>
      </p:sp>
      <p:pic>
        <p:nvPicPr>
          <p:cNvPr id="27" name="Image 2" descr="/home/claude/logistix/icons/doll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359" y="4657039"/>
            <a:ext cx="241402" cy="24140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851392" y="4434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548640" y="5303520"/>
            <a:ext cx="3566160" cy="685800"/>
          </a:xfrm>
          <a:prstGeom prst="roundRect">
            <a:avLst>
              <a:gd name="adj" fmla="val 49333"/>
            </a:avLst>
          </a:prstGeom>
          <a:solidFill>
            <a:srgbClr val="14183F"/>
          </a:solidFill>
          <a:ln/>
        </p:spPr>
      </p:sp>
      <p:sp>
        <p:nvSpPr>
          <p:cNvPr id="30" name="Shape 25"/>
          <p:cNvSpPr/>
          <p:nvPr/>
        </p:nvSpPr>
        <p:spPr>
          <a:xfrm>
            <a:off x="640080" y="5394960"/>
            <a:ext cx="502920" cy="502920"/>
          </a:xfrm>
          <a:prstGeom prst="ellipse">
            <a:avLst/>
          </a:prstGeom>
          <a:solidFill>
            <a:srgbClr val="FF8A00"/>
          </a:solidFill>
          <a:ln/>
        </p:spPr>
      </p:sp>
      <p:pic>
        <p:nvPicPr>
          <p:cNvPr id="31" name="Image 3" descr="/home/claude/logistix/icons/tru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5525719"/>
            <a:ext cx="241402" cy="24140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261872" y="5303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Data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4343400" y="5303520"/>
            <a:ext cx="3566160" cy="685800"/>
          </a:xfrm>
          <a:prstGeom prst="roundRect">
            <a:avLst>
              <a:gd name="adj" fmla="val 49333"/>
            </a:avLst>
          </a:prstGeom>
          <a:solidFill>
            <a:srgbClr val="14183F"/>
          </a:solidFill>
          <a:ln/>
        </p:spPr>
      </p:sp>
      <p:sp>
        <p:nvSpPr>
          <p:cNvPr id="34" name="Shape 28"/>
          <p:cNvSpPr/>
          <p:nvPr/>
        </p:nvSpPr>
        <p:spPr>
          <a:xfrm>
            <a:off x="4434840" y="5394960"/>
            <a:ext cx="502920" cy="502920"/>
          </a:xfrm>
          <a:prstGeom prst="ellipse">
            <a:avLst/>
          </a:prstGeom>
          <a:solidFill>
            <a:srgbClr val="FF8A00"/>
          </a:solidFill>
          <a:ln/>
        </p:spPr>
      </p:sp>
      <p:pic>
        <p:nvPicPr>
          <p:cNvPr id="35" name="Image 4" descr="/home/claude/logistix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599" y="5525719"/>
            <a:ext cx="241402" cy="24140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056632" y="5303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8138160" y="5303520"/>
            <a:ext cx="3566160" cy="685800"/>
          </a:xfrm>
          <a:prstGeom prst="roundRect">
            <a:avLst>
              <a:gd name="adj" fmla="val 49333"/>
            </a:avLst>
          </a:prstGeom>
          <a:solidFill>
            <a:srgbClr val="14183F"/>
          </a:solidFill>
          <a:ln/>
        </p:spPr>
      </p:sp>
      <p:sp>
        <p:nvSpPr>
          <p:cNvPr id="38" name="Shape 31"/>
          <p:cNvSpPr/>
          <p:nvPr/>
        </p:nvSpPr>
        <p:spPr>
          <a:xfrm>
            <a:off x="8229600" y="5394960"/>
            <a:ext cx="502920" cy="502920"/>
          </a:xfrm>
          <a:prstGeom prst="ellipse">
            <a:avLst/>
          </a:prstGeom>
          <a:solidFill>
            <a:srgbClr val="FF8A00"/>
          </a:solidFill>
          <a:ln/>
        </p:spPr>
      </p:sp>
      <p:pic>
        <p:nvPicPr>
          <p:cNvPr id="39" name="Image 5" descr="/home/claude/logistix/icons/bar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0359" y="5525719"/>
            <a:ext cx="241402" cy="24140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851392" y="5303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Metrics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LogistiX  |  Enterprise Supply Chain Intelligence Platform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logistix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54480" y="2267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80560" y="173736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logistix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581" y="21323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486400" y="2267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412480" y="173736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4108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logistix/icons/bar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501" y="21323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1832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418320" y="22677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361188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3840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logistix/icons/pie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40069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554480" y="4142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Tableau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4480560" y="361188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09160" y="3840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logistix/icons/file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581" y="400690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486400" y="4142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8412480" y="361188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641080" y="3840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logistix/icons/gi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7501" y="400690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418320" y="3840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9418320" y="4142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LogistiX  |  Enterprise Supply Chain Intelligence Platform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Sales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4434840"/>
          </a:xfrm>
          <a:prstGeom prst="roundRect">
            <a:avLst>
              <a:gd name="adj" fmla="val 2062"/>
            </a:avLst>
          </a:prstGeom>
          <a:solidFill>
            <a:srgbClr val="EFF1F6"/>
          </a:solidFill>
          <a:ln w="19050">
            <a:solidFill>
              <a:srgbClr val="E4E8EF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429000" y="32461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logistix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0518" y="350763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44348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6092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KPIs &amp; CHARTS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60920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logistix/icons/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22199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36992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360920" y="2743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logistix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86207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36992" y="2743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36092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/home/claude/logistix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50215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6992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7360920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/home/claude/logistix/icons/trend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4142232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936992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Sales / Customer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7360920" y="4663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5" descr="/home/claude/logistix/icons/bar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792" y="4782312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936992" y="4663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7360920" y="5303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6" descr="/home/claude/logistix/icons/glob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9792" y="5422392"/>
            <a:ext cx="219456" cy="21945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936992" y="5303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Market</a:t>
            </a:r>
            <a:endParaRPr lang="en-US" sz="1350" dirty="0"/>
          </a:p>
        </p:txBody>
      </p:sp>
      <p:sp>
        <p:nvSpPr>
          <p:cNvPr id="27" name="Shape 18"/>
          <p:cNvSpPr/>
          <p:nvPr/>
        </p:nvSpPr>
        <p:spPr>
          <a:xfrm>
            <a:off x="7360920" y="5943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7" descr="/home/claude/logistix/icons/piechar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9792" y="6062472"/>
            <a:ext cx="219456" cy="21945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936992" y="5943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</a:t>
            </a:r>
            <a:endParaRPr lang="en-US" sz="1350" dirty="0"/>
          </a:p>
        </p:txBody>
      </p:sp>
      <p:sp>
        <p:nvSpPr>
          <p:cNvPr id="30" name="Shape 20"/>
          <p:cNvSpPr/>
          <p:nvPr/>
        </p:nvSpPr>
        <p:spPr>
          <a:xfrm>
            <a:off x="7360920" y="6583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8" descr="/home/claude/logistix/icons/tru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9792" y="6702552"/>
            <a:ext cx="219456" cy="21945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936992" y="6583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Shipping Mode</a:t>
            </a:r>
            <a:endParaRPr lang="en-US" sz="1350" dirty="0"/>
          </a:p>
        </p:txBody>
      </p:sp>
      <p:sp>
        <p:nvSpPr>
          <p:cNvPr id="33" name="Shape 22"/>
          <p:cNvSpPr/>
          <p:nvPr/>
        </p:nvSpPr>
        <p:spPr>
          <a:xfrm>
            <a:off x="7360920" y="7223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9" descr="/home/claude/logistix/icons/ma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9792" y="7342632"/>
            <a:ext cx="219456" cy="219456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936992" y="7223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</a:t>
            </a:r>
            <a:endParaRPr lang="en-US" sz="1350" dirty="0"/>
          </a:p>
        </p:txBody>
      </p:sp>
      <p:sp>
        <p:nvSpPr>
          <p:cNvPr id="3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LogistiX  |  Enterprise Supply Chain Intelligence Platform</a:t>
            </a:r>
            <a:endParaRPr lang="en-US" sz="900" dirty="0"/>
          </a:p>
        </p:txBody>
      </p:sp>
      <p:sp>
        <p:nvSpPr>
          <p:cNvPr id="3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Product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4434840"/>
          </a:xfrm>
          <a:prstGeom prst="roundRect">
            <a:avLst>
              <a:gd name="adj" fmla="val 2062"/>
            </a:avLst>
          </a:prstGeom>
          <a:solidFill>
            <a:srgbClr val="EFF1F6"/>
          </a:solidFill>
          <a:ln w="19050">
            <a:solidFill>
              <a:srgbClr val="E4E8EF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429000" y="32461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logistix/icons/pie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0518" y="350763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44348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6092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60920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logistix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22199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36992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Customer Segment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360920" y="2743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logistix/icons/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86207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36992" y="2743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Sales per Segment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36092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/home/claude/logistix/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50215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6992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Country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7360920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/home/claude/logistix/icons/doll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4142232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936992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Profit by Category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7360920" y="4663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5" descr="/home/claude/logistix/icons/activit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792" y="4782312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936992" y="4663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 Profit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LogistiX  |  Enterprise Supply Chain Intelligence Platform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&amp; Logistics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4434840"/>
          </a:xfrm>
          <a:prstGeom prst="roundRect">
            <a:avLst>
              <a:gd name="adj" fmla="val 2062"/>
            </a:avLst>
          </a:prstGeom>
          <a:solidFill>
            <a:srgbClr val="EFF1F6"/>
          </a:solidFill>
          <a:ln w="19050">
            <a:solidFill>
              <a:srgbClr val="E4E8EF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429000" y="32461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logistix/icons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0518" y="350763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44348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6092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60920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logistix/icons/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22199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36992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360920" y="2743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logistix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286207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36992" y="2743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36092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/home/claude/logistix/icons/pack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50215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6992" y="3383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7360920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/home/claude/logistix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4142232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936992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Performance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7360920" y="4663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5" descr="/home/claude/logistix/icons/ale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792" y="4782312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936992" y="4663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Risk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LogistiX  |  Enterprise Supply Chain Intelligence Platform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043684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logistix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474" y="2205350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3736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differs across global markets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64808" y="2043684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logistix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474" y="2205350"/>
            <a:ext cx="298460" cy="298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73736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varies by segment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20040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49808" y="3506724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logistix/icons/doll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74" y="3668390"/>
            <a:ext cx="298460" cy="298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20040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High-profit product categories identified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63640" y="320040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64808" y="3506724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logistix/icons/tru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474" y="3668390"/>
            <a:ext cx="298460" cy="298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69480" y="320040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 impacts delivery performance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46634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9808" y="4969764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logistix/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474" y="5131430"/>
            <a:ext cx="298460" cy="298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466344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risk affects operational efficiency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263640" y="46634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F7F8FB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464808" y="4969764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/home/claude/logistix/icons/bar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6474" y="5131430"/>
            <a:ext cx="298460" cy="298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69480" y="466344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 improve business monitoring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LogistiX  |  Enterprise Supply Chain Intelligence Platform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777240"/>
          </a:xfrm>
          <a:prstGeom prst="roundRect">
            <a:avLst>
              <a:gd name="adj" fmla="val 11765"/>
            </a:avLst>
          </a:prstGeom>
          <a:solidFill>
            <a:srgbClr val="14183F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97380"/>
            <a:ext cx="457200" cy="457200"/>
          </a:xfrm>
          <a:prstGeom prst="ellipse">
            <a:avLst/>
          </a:prstGeom>
          <a:solidFill>
            <a:srgbClr val="FF8A00"/>
          </a:solidFill>
          <a:ln/>
        </p:spPr>
      </p:sp>
      <p:pic>
        <p:nvPicPr>
          <p:cNvPr id="6" name="Image 0" descr="/home/claude/logistix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162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373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logistics planning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440680" cy="777240"/>
          </a:xfrm>
          <a:prstGeom prst="roundRect">
            <a:avLst>
              <a:gd name="adj" fmla="val 11765"/>
            </a:avLst>
          </a:prstGeom>
          <a:solidFill>
            <a:srgbClr val="14183F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1897380"/>
            <a:ext cx="457200" cy="457200"/>
          </a:xfrm>
          <a:prstGeom prst="ellipse">
            <a:avLst/>
          </a:prstGeom>
          <a:solidFill>
            <a:srgbClr val="FF8A00"/>
          </a:solidFill>
          <a:ln/>
        </p:spPr>
      </p:sp>
      <p:pic>
        <p:nvPicPr>
          <p:cNvPr id="10" name="Image 1" descr="/home/claude/logistix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01625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17373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late deliveries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2697480"/>
            <a:ext cx="5440680" cy="777240"/>
          </a:xfrm>
          <a:prstGeom prst="roundRect">
            <a:avLst>
              <a:gd name="adj" fmla="val 11765"/>
            </a:avLst>
          </a:prstGeom>
          <a:solidFill>
            <a:srgbClr val="14183F"/>
          </a:solidFill>
          <a:ln/>
        </p:spPr>
      </p:sp>
      <p:sp>
        <p:nvSpPr>
          <p:cNvPr id="13" name="Shape 9"/>
          <p:cNvSpPr/>
          <p:nvPr/>
        </p:nvSpPr>
        <p:spPr>
          <a:xfrm>
            <a:off x="685800" y="2857500"/>
            <a:ext cx="457200" cy="457200"/>
          </a:xfrm>
          <a:prstGeom prst="ellipse">
            <a:avLst/>
          </a:prstGeom>
          <a:solidFill>
            <a:srgbClr val="FF8A00"/>
          </a:solidFill>
          <a:ln/>
        </p:spPr>
      </p:sp>
      <p:pic>
        <p:nvPicPr>
          <p:cNvPr id="14" name="Image 2" descr="/home/claude/logistix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9763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6974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high-performing markets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2697480"/>
            <a:ext cx="5440680" cy="777240"/>
          </a:xfrm>
          <a:prstGeom prst="roundRect">
            <a:avLst>
              <a:gd name="adj" fmla="val 11765"/>
            </a:avLst>
          </a:prstGeom>
          <a:solidFill>
            <a:srgbClr val="14183F"/>
          </a:solidFill>
          <a:ln/>
        </p:spPr>
      </p:sp>
      <p:sp>
        <p:nvSpPr>
          <p:cNvPr id="17" name="Shape 12"/>
          <p:cNvSpPr/>
          <p:nvPr/>
        </p:nvSpPr>
        <p:spPr>
          <a:xfrm>
            <a:off x="6400800" y="2857500"/>
            <a:ext cx="457200" cy="457200"/>
          </a:xfrm>
          <a:prstGeom prst="ellipse">
            <a:avLst/>
          </a:prstGeom>
          <a:solidFill>
            <a:srgbClr val="FF8A00"/>
          </a:solidFill>
          <a:ln/>
        </p:spPr>
      </p:sp>
      <p:pic>
        <p:nvPicPr>
          <p:cNvPr id="18" name="Image 3" descr="/home/claude/logistix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97637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95160" y="26974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KPI monitoring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3657600"/>
            <a:ext cx="5440680" cy="777240"/>
          </a:xfrm>
          <a:prstGeom prst="roundRect">
            <a:avLst>
              <a:gd name="adj" fmla="val 11765"/>
            </a:avLst>
          </a:prstGeom>
          <a:solidFill>
            <a:srgbClr val="14183F"/>
          </a:solidFill>
          <a:ln/>
        </p:spPr>
      </p:sp>
      <p:sp>
        <p:nvSpPr>
          <p:cNvPr id="21" name="Shape 15"/>
          <p:cNvSpPr/>
          <p:nvPr/>
        </p:nvSpPr>
        <p:spPr>
          <a:xfrm>
            <a:off x="685800" y="3817620"/>
            <a:ext cx="457200" cy="457200"/>
          </a:xfrm>
          <a:prstGeom prst="ellipse">
            <a:avLst/>
          </a:prstGeom>
          <a:solidFill>
            <a:srgbClr val="FF8A00"/>
          </a:solidFill>
          <a:ln/>
        </p:spPr>
      </p:sp>
      <p:pic>
        <p:nvPicPr>
          <p:cNvPr id="22" name="Image 4" descr="/home/claude/logistix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93649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36576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inventory planning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263640" y="3657600"/>
            <a:ext cx="5440680" cy="777240"/>
          </a:xfrm>
          <a:prstGeom prst="roundRect">
            <a:avLst>
              <a:gd name="adj" fmla="val 11765"/>
            </a:avLst>
          </a:prstGeom>
          <a:solidFill>
            <a:srgbClr val="14183F"/>
          </a:solidFill>
          <a:ln/>
        </p:spPr>
      </p:sp>
      <p:sp>
        <p:nvSpPr>
          <p:cNvPr id="25" name="Shape 18"/>
          <p:cNvSpPr/>
          <p:nvPr/>
        </p:nvSpPr>
        <p:spPr>
          <a:xfrm>
            <a:off x="6400800" y="3817620"/>
            <a:ext cx="457200" cy="457200"/>
          </a:xfrm>
          <a:prstGeom prst="ellipse">
            <a:avLst/>
          </a:prstGeom>
          <a:solidFill>
            <a:srgbClr val="FF8A00"/>
          </a:solidFill>
          <a:ln/>
        </p:spPr>
      </p:sp>
      <p:pic>
        <p:nvPicPr>
          <p:cNvPr id="26" name="Image 5" descr="/home/claude/logistix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3936492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95160" y="36576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customer retention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548640" y="4617720"/>
            <a:ext cx="5440680" cy="777240"/>
          </a:xfrm>
          <a:prstGeom prst="roundRect">
            <a:avLst>
              <a:gd name="adj" fmla="val 11765"/>
            </a:avLst>
          </a:prstGeom>
          <a:solidFill>
            <a:srgbClr val="14183F"/>
          </a:solidFill>
          <a:ln/>
        </p:spPr>
      </p:sp>
      <p:sp>
        <p:nvSpPr>
          <p:cNvPr id="29" name="Shape 21"/>
          <p:cNvSpPr/>
          <p:nvPr/>
        </p:nvSpPr>
        <p:spPr>
          <a:xfrm>
            <a:off x="685800" y="4777740"/>
            <a:ext cx="457200" cy="457200"/>
          </a:xfrm>
          <a:prstGeom prst="ellipse">
            <a:avLst/>
          </a:prstGeom>
          <a:solidFill>
            <a:srgbClr val="FF8A00"/>
          </a:solidFill>
          <a:ln/>
        </p:spPr>
      </p:sp>
      <p:pic>
        <p:nvPicPr>
          <p:cNvPr id="30" name="Image 6" descr="/home/claude/logistix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4896612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28016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dashboard-based decision making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LogistiX  |  Enterprise Supply Chain Intelligence Platform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14183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474720" cy="3474720"/>
          </a:xfrm>
          <a:prstGeom prst="ellipse">
            <a:avLst/>
          </a:prstGeom>
          <a:solidFill>
            <a:srgbClr val="14183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LogistiX demonstrates the complete Business Intelligence lifecycle from raw data to executive reporting.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620317" cy="457200"/>
          </a:xfrm>
          <a:prstGeom prst="roundRect">
            <a:avLst>
              <a:gd name="adj" fmla="val 50000"/>
            </a:avLst>
          </a:prstGeom>
          <a:solidFill>
            <a:srgbClr val="14183F"/>
          </a:solidFill>
          <a:ln w="12700">
            <a:solidFill>
              <a:srgbClr val="3A43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94560"/>
            <a:ext cx="16203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51837" y="2194560"/>
            <a:ext cx="1810512" cy="457200"/>
          </a:xfrm>
          <a:prstGeom prst="roundRect">
            <a:avLst>
              <a:gd name="adj" fmla="val 50000"/>
            </a:avLst>
          </a:prstGeom>
          <a:solidFill>
            <a:srgbClr val="14183F"/>
          </a:solidFill>
          <a:ln w="12700">
            <a:solidFill>
              <a:srgbClr val="3A43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1837" y="21945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5229" y="2194560"/>
            <a:ext cx="2190902" cy="457200"/>
          </a:xfrm>
          <a:prstGeom prst="roundRect">
            <a:avLst>
              <a:gd name="adj" fmla="val 50000"/>
            </a:avLst>
          </a:prstGeom>
          <a:solidFill>
            <a:srgbClr val="14183F"/>
          </a:solidFill>
          <a:ln w="12700">
            <a:solidFill>
              <a:srgbClr val="3A43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5229" y="2194560"/>
            <a:ext cx="2190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19011" y="2194560"/>
            <a:ext cx="1620317" cy="457200"/>
          </a:xfrm>
          <a:prstGeom prst="roundRect">
            <a:avLst>
              <a:gd name="adj" fmla="val 50000"/>
            </a:avLst>
          </a:prstGeom>
          <a:solidFill>
            <a:srgbClr val="14183F"/>
          </a:solidFill>
          <a:ln w="12700">
            <a:solidFill>
              <a:srgbClr val="3A43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9011" y="2194560"/>
            <a:ext cx="16203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22208" y="2194560"/>
            <a:ext cx="1810512" cy="457200"/>
          </a:xfrm>
          <a:prstGeom prst="roundRect">
            <a:avLst>
              <a:gd name="adj" fmla="val 50000"/>
            </a:avLst>
          </a:prstGeom>
          <a:solidFill>
            <a:srgbClr val="14183F"/>
          </a:solidFill>
          <a:ln w="12700">
            <a:solidFill>
              <a:srgbClr val="3A43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22208" y="21945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Development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761488"/>
            <a:ext cx="1905610" cy="457200"/>
          </a:xfrm>
          <a:prstGeom prst="roundRect">
            <a:avLst>
              <a:gd name="adj" fmla="val 50000"/>
            </a:avLst>
          </a:prstGeom>
          <a:solidFill>
            <a:srgbClr val="14183F"/>
          </a:solidFill>
          <a:ln w="12700">
            <a:solidFill>
              <a:srgbClr val="3A43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61488"/>
            <a:ext cx="1905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37130" y="2761488"/>
            <a:ext cx="2381098" cy="457200"/>
          </a:xfrm>
          <a:prstGeom prst="roundRect">
            <a:avLst>
              <a:gd name="adj" fmla="val 50000"/>
            </a:avLst>
          </a:prstGeom>
          <a:solidFill>
            <a:srgbClr val="14183F"/>
          </a:solidFill>
          <a:ln w="12700">
            <a:solidFill>
              <a:srgbClr val="3A43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7130" y="2761488"/>
            <a:ext cx="2381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01107" y="2761488"/>
            <a:ext cx="2000707" cy="457200"/>
          </a:xfrm>
          <a:prstGeom prst="roundRect">
            <a:avLst>
              <a:gd name="adj" fmla="val 50000"/>
            </a:avLst>
          </a:prstGeom>
          <a:solidFill>
            <a:srgbClr val="14183F"/>
          </a:solidFill>
          <a:ln w="12700">
            <a:solidFill>
              <a:srgbClr val="3A43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01107" y="2761488"/>
            <a:ext cx="20007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64240" cy="0"/>
          </a:xfrm>
          <a:prstGeom prst="line">
            <a:avLst/>
          </a:prstGeom>
          <a:noFill/>
          <a:ln w="12700">
            <a:solidFill>
              <a:srgbClr val="3A438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LogistiX  |  Enterprise Supply Chain Intelligence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2026-07-28T11:00:54Z</dcterms:created>
  <dcterms:modified xsi:type="dcterms:W3CDTF">2026-07-28T11:00:54Z</dcterms:modified>
</cp:coreProperties>
</file>